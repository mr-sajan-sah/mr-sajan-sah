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Gradient Learning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 to Gradient-Based Learning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Main Concept: Neural network training follows the same principles as other ML models using gradient descent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Key Difference: Nonlinearity in neural networks makes loss functions non-convex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Challenge: No global convergence guarantees (unlike linear models)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Solution: Iterative gradient-based optimizers to reach very low cost function values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Training Challenges &amp; Solutions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 algn="l">
              <a:buClrTx/>
              <a:buSzTx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Non-convex Optimization Issues: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Sensitive to initial parameter values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No convergence guarantee from any starting point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Requires careful parameter initialization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ClrTx/>
              <a:buSzTx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Best Practices: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Initialize weights to small random values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Biases can be initialized to zero or small positive values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Use improvements of stochastic gradient descent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Cost Functions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Primary Approach: Maximum Likelihood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Use cross-entropy between training data and model predictions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Cost function: J(θ) = -E[log p_model(y|x)]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Automatically determines cost function from model specification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Key Advantage: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Removes burden of manually designing cost functions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Large, predictable gradients for effective learning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Cost Function Types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1. Maximum Likelihood (Most Common)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Cross-entropy cost function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Works well with gradient descent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Avoids saturation problems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2. Conditional Statistics Learning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Mean Squared Error → predicts mean of y given x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Mean Absolute Error → predicts median of y given x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Less popular due to gradient vanishing issues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Output Units - Linear Units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Purpose: Gaussian output distributions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Simple affine transformation: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ŷ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= Wh + b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Used for regression tasks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Equivalent to minimizing mean squared error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Advantage: Don't saturate, work with various optimizers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Limitation: Difficult to model covariance constraints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Output Units - Sigmoid Units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Purpose: Binary classification (Bernoulli distributions)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Ensures output is valid probability [0,1]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Formula: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ŷ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= σ(w^T h + b)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Key Benefit: Strong gradients when model is wrong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Why not linear?: Would have zero gradients outside [0,1]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Works optimally with maximum likelihood, not MSE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Output Units - Softmax Units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Purpose: Multi-class classification (Multinoulli distributions)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Generalizes sigmoid to n classes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Formula: softmax(z)_i = exp(z_i) / Σ_j exp(z_j)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Properties: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Outputs sum to 1 (valid probability distribution)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Creates competition between units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Invariant to adding constants: softmax(z) = softmax(z + c)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Softmax - Key Insights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Numerical Stability: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Use: softmax(z - max_i z_i) to prevent overflow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Driven by deviations from maximum input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Learning Dynamics: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Strongly penalizes most active incorrect prediction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First term (z_i) provides direct contribution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Second term encourages all outputs down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Saturation Behavior: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Output saturates to 1 when input is maximal and much larger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Output saturates to 0 when input is not maximal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Advanced Output Types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Heteroscedastic Models: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Predict different variance for different inputs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Use precision parametrization for numerical stability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Ensure positive definiteness with softplus: β = ζ(a)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Mixture Density Networks: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Handle multimodal regression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Output: p(y|x) = Σ p(c=i|x) N(y; μ^(i)(x), Σ^(i)(x))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Three outputs: mixture weights, means, covariances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Design Principles Summary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Cost Function Design: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Maximum likelihood principle provides automatic cost function design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Cross-entropy preferred over MSE for discrete outputs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Avoid functions that cause gradient vanishing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Output Unit Selection: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Linear: Continuous outputs (regression)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Sigmoid: Binary classification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Softmax: Multi-class classification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Custom: Complex distributions via maximum likelihood principle</a:t>
            </a:r>
            <a:endParaRPr lang="en-US" altLang="en-US" sz="2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Key Points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choice of output unit and cost function should be coupled and based on the underlying probability distribution of your target variable.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3609</Words>
  <Application>WPS Presentation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Learning</dc:title>
  <dc:creator/>
  <cp:lastModifiedBy>N Biraja Isac</cp:lastModifiedBy>
  <cp:revision>1</cp:revision>
  <dcterms:created xsi:type="dcterms:W3CDTF">2025-07-23T04:58:40Z</dcterms:created>
  <dcterms:modified xsi:type="dcterms:W3CDTF">2025-07-23T04:58:40Z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8FC00B65D5E145B3A750F56368B774DD_11</vt:lpwstr>
  </property>
  <property fmtid="{D5CDD505-2E9C-101B-9397-08002B2CF9AE}" pid="3" name="KSOProductBuildVer">
    <vt:lpwstr>1033-12.2.0.21931</vt:lpwstr>
  </property>
</Properties>
</file>