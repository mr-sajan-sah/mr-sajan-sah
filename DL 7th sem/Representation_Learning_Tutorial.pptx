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Representation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Representation learning discovers meaningful features from raw data automatically.</a:t>
            </a:r>
          </a:p>
          <a:p>
            <a:r>
              <a:t>• Eliminates need for manual feature engineering.</a:t>
            </a:r>
          </a:p>
          <a:p>
            <a:r>
              <a:t>• Deep networks learn hierarchical representations — low-level (edges) to high-level (concepts).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Representation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Supervised: Features learned during a labeled task.</a:t>
            </a:r>
          </a:p>
          <a:p>
            <a:r>
              <a:t>2. Unsupervised: Features learned without labels (e.g., Autoencoders).</a:t>
            </a:r>
          </a:p>
          <a:p>
            <a:r>
              <a:t>3. Self-supervised: Learns from pseudo-labels (e.g., BERT, SimCLR).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Greedy Layer-wise Unsupervised Pre-Training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/>
              <a:t>• Proposed by Hinton to train deep networks before backpropagation was stable.</a:t>
            </a:r>
            <a:endParaRPr sz="2800"/>
          </a:p>
          <a:p>
            <a:r>
              <a:rPr sz="2800"/>
              <a:t>• Each layer is trained individually in an unsupervised manner.</a:t>
            </a:r>
            <a:endParaRPr sz="2800"/>
          </a:p>
          <a:p>
            <a:r>
              <a:rPr sz="2800"/>
              <a:t>Steps:</a:t>
            </a:r>
            <a:endParaRPr sz="2800"/>
          </a:p>
          <a:p>
            <a:r>
              <a:rPr sz="2800"/>
              <a:t>1. Train the first layer with unsupervised learning.</a:t>
            </a:r>
            <a:endParaRPr sz="2800"/>
          </a:p>
          <a:p>
            <a:r>
              <a:rPr sz="2800"/>
              <a:t>2. Freeze the first layer and train the next layer using its outputs.</a:t>
            </a:r>
            <a:endParaRPr sz="2800"/>
          </a:p>
          <a:p>
            <a:r>
              <a:rPr sz="2800"/>
              <a:t>3. Repeat for all layers.</a:t>
            </a:r>
            <a:endParaRPr sz="2800"/>
          </a:p>
          <a:p>
            <a:r>
              <a:rPr sz="2800"/>
              <a:t>4. Fine-tune the full network with supervised labels.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Belief Networks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Stack of Restricted Boltzmann Machines (RBMs).</a:t>
            </a:r>
          </a:p>
          <a:p>
            <a:r>
              <a:t>• Each RBM learns features from its input layer.</a:t>
            </a:r>
          </a:p>
          <a:p>
            <a:r>
              <a:t>• The full stack is then fine-tuned using supervised learning.</a:t>
            </a:r>
          </a:p>
          <a:p>
            <a:r>
              <a:t>• Helped deep models train effectively in early stages of deep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Variants of Pretraining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Today’s analogues:</a:t>
            </a:r>
          </a:p>
          <a:p>
            <a:r>
              <a:t>  - Autoencoder pretraining</a:t>
            </a:r>
          </a:p>
          <a:p>
            <a:r>
              <a:t>  - Self-supervised pretraining (e.g., BERT, GPT)</a:t>
            </a:r>
          </a:p>
          <a:p>
            <a:r>
              <a:t>• Idea: initialize deep models with meaningful feature representations.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Learning: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Transfer knowledge from a source task/domain to a related target task/domain.</a:t>
            </a:r>
          </a:p>
          <a:p>
            <a:r>
              <a:t>• Example: ResNet trained on ImageNet → fine-tuned for medical images.</a:t>
            </a:r>
          </a:p>
          <a:p>
            <a:r>
              <a:t>• Goal: improve learning on target task using prior knowledge.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Transfer Learning: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Feature Extraction – Freeze pretrained layers, train only final layer.</a:t>
            </a:r>
          </a:p>
          <a:p>
            <a:r>
              <a:t>2. Fine-tuning – Retrain all layers with smaller learning rate.</a:t>
            </a:r>
          </a:p>
          <a:p>
            <a:r>
              <a:t>Advantages:</a:t>
            </a:r>
          </a:p>
          <a:p>
            <a:r>
              <a:t>• Faster convergence</a:t>
            </a:r>
          </a:p>
          <a:p>
            <a:r>
              <a:t>• Requires less labeled data</a:t>
            </a:r>
          </a:p>
          <a:p>
            <a:r>
              <a:t>• Improves generalization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BERT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Pretrained on large corpora using:</a:t>
            </a:r>
          </a:p>
          <a:p>
            <a:r>
              <a:t>  - Masked Language Modeling (MLM)</a:t>
            </a:r>
          </a:p>
          <a:p>
            <a:r>
              <a:t>  - Next Sentence Prediction (NSP)</a:t>
            </a:r>
          </a:p>
          <a:p>
            <a:r>
              <a:t>• Fine-tuned for tasks like sentiment classification, QA, translation.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Adaptation: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subfield of transfer learning.</a:t>
            </a:r>
          </a:p>
          <a:p>
            <a:r>
              <a:t>• Task remains same, but data distributions differ between domains.</a:t>
            </a:r>
          </a:p>
          <a:p>
            <a:r>
              <a:t>• Example: English text (source) → Sanskrit text (target).</a:t>
            </a:r>
          </a:p>
          <a:p>
            <a:r>
              <a:t>Goal: Learn domain-invariant feature representations.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Adaptation: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Instance-based: reweight samples from source.</a:t>
            </a:r>
          </a:p>
          <a:p>
            <a:r>
              <a:t>2. Feature-based: align source and target feature distributions.</a:t>
            </a:r>
          </a:p>
          <a:p>
            <a:r>
              <a:t>3. Adversarial: feature extractor and domain discriminator compete (DANN).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Representation Learning – learns data features.</a:t>
            </a:r>
          </a:p>
          <a:p>
            <a:r>
              <a:t>Greedy Pretraining – initializes deep models.</a:t>
            </a:r>
          </a:p>
          <a:p>
            <a:r>
              <a:t>Transfer Learning – reuses pretrained knowledge.</a:t>
            </a:r>
          </a:p>
          <a:p>
            <a:r>
              <a:t>Domain Adaptation – handles domain distribution shift.</a:t>
            </a:r>
          </a:p>
          <a:p>
            <a:r>
              <a:t>Examples: Autoencoders, Word2Vec, BERT, ResNet, DANN.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PyTorch Example: Transfer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torch</a:t>
            </a:r>
          </a:p>
          <a:p>
            <a:r>
              <a:t>from torchvision import models</a:t>
            </a:r>
          </a:p>
          <a:p/>
          <a:p>
            <a:r>
              <a:t>model = models.resnet50(pretrained=True)</a:t>
            </a:r>
          </a:p>
          <a:p>
            <a:r>
              <a:t>for p in model.parameters(): p.requires_grad = False</a:t>
            </a:r>
          </a:p>
          <a:p>
            <a:r>
              <a:t>model.fc = torch.nn.Linear(model.fc.in_features, 10)</a:t>
            </a:r>
          </a:p>
          <a:p>
            <a:r>
              <a:t>optimizer = torch.optim.Adam(model.fc.parameters(), lr=0.001)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2996</Words>
  <Application>WPS Presentation</Application>
  <PresentationFormat>On-screen Show (4:3)</PresentationFormat>
  <Paragraphs>89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Representation Learning</vt:lpstr>
      <vt:lpstr>Types of Representation Learning</vt:lpstr>
      <vt:lpstr>Greedy Layer-wise Unsupervised Pre-Training</vt:lpstr>
      <vt:lpstr>Deep Belief Networks Example</vt:lpstr>
      <vt:lpstr>Modern Variants of Pretraining</vt:lpstr>
      <vt:lpstr>Transfer Learning: Concept</vt:lpstr>
      <vt:lpstr>Transfer Learning: Approaches</vt:lpstr>
      <vt:lpstr>Example: BERT in NLP</vt:lpstr>
      <vt:lpstr>Domain Adaptation: Definition</vt:lpstr>
      <vt:lpstr>Domain Adaptation: Techniques</vt:lpstr>
      <vt:lpstr>Summary Table</vt:lpstr>
      <vt:lpstr>PyTorch Example: Transfer Learning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 Biraja Isac</cp:lastModifiedBy>
  <cp:revision>2</cp:revision>
  <dcterms:created xsi:type="dcterms:W3CDTF">2013-01-27T09:14:00Z</dcterms:created>
  <dcterms:modified xsi:type="dcterms:W3CDTF">2025-10-22T12:36:40Z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BF14915847DE4A178636D313DF2ADCC5_12</vt:lpwstr>
  </property>
  <property fmtid="{D5CDD505-2E9C-101B-9397-08002B2CF9AE}" pid="3" name="KSOProductBuildVer">
    <vt:lpwstr>1033-12.2.0.23131</vt:lpwstr>
  </property>
</Properties>
</file>