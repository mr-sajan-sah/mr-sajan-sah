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Hidden Units in Deep Feedforward Networks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Introduction to Hidden Units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Unique Challenge: Design choice specific to feedforward neural networks</a:t>
            </a:r>
            <a:endParaRPr lang="en-US" altLang="en-US"/>
          </a:p>
          <a:p>
            <a:r>
              <a:rPr lang="en-US" altLang="en-US"/>
              <a:t>Current State: Active research area without many definitive theoretical principles</a:t>
            </a:r>
            <a:endParaRPr lang="en-US" altLang="en-US"/>
          </a:p>
          <a:p>
            <a:r>
              <a:rPr lang="en-US" altLang="en-US"/>
              <a:t>Default Recommendation: Rectified Linear Units (ReLUs) are excellent default choice</a:t>
            </a:r>
            <a:endParaRPr lang="en-US" altLang="en-US"/>
          </a:p>
          <a:p>
            <a:r>
              <a:rPr lang="en-US" altLang="en-US"/>
              <a:t>Design Process: Trial and error approach with validation set evaluation</a:t>
            </a:r>
            <a:endParaRPr lang="en-US" altLang="en-US"/>
          </a:p>
          <a:p>
            <a:r>
              <a:rPr lang="en-US" altLang="en-US"/>
              <a:t>General Structure: Most units compute z = Wx + b, then apply g(z)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Non-Differentiability - Not a Problem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Common Concern: Many activation functions not differentiable everywhere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Example: ReLU g(z) = max{0, z} not differentiable at z = 0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Why It Works: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Training doesn't reach true local minimum, just reduces cost significantly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Non-differentiable at only small number of points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Left and right derivatives usually well-defined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Software implementations return one-sided derivatives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Numerical precision makes exact zeros unlikely in practice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Rectified Linear Units (ReLUs)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0000"/>
          </a:bodyPr>
          <a:p>
            <a:pPr marL="0" indent="0">
              <a:buNone/>
            </a:pPr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Function: g(z) = max{0, z}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Key Advantages: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Easy to optimize: Similar to linear units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Large, consistent gradients: When unit is active, derivative = 1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No second-order effects: Second derivative = 0 almost everywhere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Useful gradient direction: More reliable than complex activation functions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Implementation Tip: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Initialize bias b to small positive value (e.g., 0.1)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Ensures units initially active for most training inputs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ReLU Generalizations - Handling Dead Neurons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506855"/>
            <a:ext cx="10759440" cy="4670425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altLang="en-US" sz="9600">
                <a:latin typeface="Arial" panose="020B0604020202020204" pitchFamily="34" charset="0"/>
                <a:cs typeface="Arial" panose="020B0604020202020204" pitchFamily="34" charset="0"/>
              </a:rPr>
              <a:t>Problem: ReLUs can't learn when activation = 0 (dead neurons)</a:t>
            </a:r>
            <a:endParaRPr lang="en-US" altLang="en-US" sz="9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9600">
                <a:latin typeface="Arial" panose="020B0604020202020204" pitchFamily="34" charset="0"/>
                <a:cs typeface="Arial" panose="020B0604020202020204" pitchFamily="34" charset="0"/>
              </a:rPr>
              <a:t>Solutions - Non-zero slope when z &lt; 0:</a:t>
            </a:r>
            <a:endParaRPr lang="en-US" altLang="en-US" sz="9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9600">
                <a:latin typeface="Arial" panose="020B0604020202020204" pitchFamily="34" charset="0"/>
                <a:cs typeface="Arial" panose="020B0604020202020204" pitchFamily="34" charset="0"/>
              </a:rPr>
              <a:t>Absolute Value Rectification: α = -1, g(z) = |z|</a:t>
            </a:r>
            <a:endParaRPr lang="en-US" altLang="en-US" sz="9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225">
                <a:latin typeface="Arial" panose="020B0604020202020204" pitchFamily="34" charset="0"/>
                <a:cs typeface="Arial" panose="020B0604020202020204" pitchFamily="34" charset="0"/>
              </a:rPr>
              <a:t>Good for image recognition (illumination invariance)</a:t>
            </a:r>
            <a:endParaRPr lang="en-US" altLang="en-US" sz="9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9600">
                <a:latin typeface="Arial" panose="020B0604020202020204" pitchFamily="34" charset="0"/>
                <a:cs typeface="Arial" panose="020B0604020202020204" pitchFamily="34" charset="0"/>
              </a:rPr>
              <a:t>Leaky ReLU: α = small value (0.01)</a:t>
            </a:r>
            <a:endParaRPr lang="en-US" altLang="en-US" sz="9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225">
                <a:latin typeface="Arial" panose="020B0604020202020204" pitchFamily="34" charset="0"/>
                <a:cs typeface="Arial" panose="020B0604020202020204" pitchFamily="34" charset="0"/>
              </a:rPr>
              <a:t>Always has gradient</a:t>
            </a:r>
            <a:endParaRPr lang="en-US" altLang="en-US" sz="8225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9600">
                <a:latin typeface="Arial" panose="020B0604020202020204" pitchFamily="34" charset="0"/>
                <a:cs typeface="Arial" panose="020B0604020202020204" pitchFamily="34" charset="0"/>
              </a:rPr>
              <a:t>Parametric ReLU (PReLU): α is learnable parameter</a:t>
            </a:r>
            <a:endParaRPr lang="en-US" altLang="en-US" sz="9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225">
                <a:latin typeface="Arial" panose="020B0604020202020204" pitchFamily="34" charset="0"/>
                <a:cs typeface="Arial" panose="020B0604020202020204" pitchFamily="34" charset="0"/>
              </a:rPr>
              <a:t>Network learns optimal negative slope</a:t>
            </a:r>
            <a:endParaRPr lang="en-US" altLang="en-US" sz="8225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9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9600">
                <a:latin typeface="Arial" panose="020B0604020202020204" pitchFamily="34" charset="0"/>
                <a:cs typeface="Arial" panose="020B0604020202020204" pitchFamily="34" charset="0"/>
              </a:rPr>
              <a:t>General Form: h = max(0, z) + α·min(0, z)</a:t>
            </a:r>
            <a:endParaRPr lang="en-US" altLang="en-US" sz="9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Maxout Units - Learning the Activation Function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450" y="1691640"/>
            <a:ext cx="10674350" cy="4485640"/>
          </a:xfrm>
        </p:spPr>
        <p:txBody>
          <a:bodyPr>
            <a:no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Concept: Learn piecewise linear activation function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Function: g(z)</a:t>
            </a:r>
            <a:r>
              <a:rPr lang="" altLang="en-US" sz="2800">
                <a:latin typeface="Arial" panose="020B0604020202020204" pitchFamily="34" charset="0"/>
                <a:cs typeface="Arial" panose="020B0604020202020204" pitchFamily="34" charset="0"/>
              </a:rPr>
              <a:t>ᵢ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= max_{j∈G(i)} zⱼ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Divides inputs into groups of k values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Takes maximum from each group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Key Properties: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Learns activation function itself, not just unit relationships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Can approximate any convex function with enough pieces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Can implement ReLU, Leaky ReLU, or completely different functions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More parameters: k weight vectors per unit (needs more regularization)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Maxout Units - Benefits and Applications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Advantages: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Statistical efficiency: If k features can be summarized by max, next layer needs k times fewer weights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Catastrophic forgetting resistance: Multiple filters provide redundancy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Flexibility: Can learn various activation functions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Design Principle: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Models easier to optimize when behavior closer to linear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Same principle applies to recurrent networks (LSTM uses summation)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Traditional Activation Functions - Sigmoid &amp; Tanh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Logistic Sigmoid: g(z) = σ(z) Hyperbolic Tangent: g(z) = tanh(z)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Relationship: tanh(z) = 2σ(2z) - 1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Problems with Sigmoid Units: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Widespread saturation: Only sensitive near z = 0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Vanishing gradients: Makes learning very difficult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Use discouraged for hidden units in feedforward networks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Why Tanh is Better than Sigmoid: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tanh(0) = 0 vs σ(0) = 0.5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Resembles identity function more closely near 0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Makes deep network training more like linear model training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Other Hidden Unit Types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Linear Units (Identity activation):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g(z) = z (no activation function)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Use case: Dimensionality reduction through matrix factorization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Benefit: Reduces parameters from np to (n+p)q when q &lt; min(n,p)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Trade-off: Constrains transformation to be low-rank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Softmax Hidden Units: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Usually used as output, sometimes as hidden units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Purpose: Act as switches in advanced architectures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Application: Memory manipulation in complex models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Less Common Hidden Units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15" y="1691005"/>
            <a:ext cx="10674985" cy="4486275"/>
          </a:xfrm>
        </p:spPr>
        <p:txBody>
          <a:bodyPr>
            <a:noAutofit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Radial Basis Function (RBF):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ᵢ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= exp(-1/σ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ᵢ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² ||W:,i - x||²)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More active as x approaches template W:,i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Problem: Saturates to 0 for most x, difficult to optimize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Softplus: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g(a) = log(1 + e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Smooth version of ReLU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Generally discouraged: Empirically performs worse than ReLU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Counterintuitive: Being differentiable everywhere doesn't help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Hard Tanh: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g(a) = max(-1, min(1, a))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Bounded version of tanh and ReLU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675" y="365125"/>
            <a:ext cx="10271125" cy="676910"/>
          </a:xfrm>
        </p:spPr>
        <p:txBody>
          <a:bodyPr>
            <a:normAutofit fontScale="90000"/>
          </a:bodyPr>
          <a:p>
            <a:r>
              <a:rPr lang="en-US" altLang="en-US"/>
              <a:t>Design Guidelines and Research Status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042670"/>
            <a:ext cx="10759440" cy="5134610"/>
          </a:xfrm>
        </p:spPr>
        <p:txBody>
          <a:bodyPr>
            <a:normAutofit fontScale="25000"/>
          </a:bodyPr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Default choice: Use ReLU unless specific reasons not to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Design process: Empirical testing with validation sets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Performance surprises: Intuitive advantages don't always translate to better results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Wide variety works: Many differentiable functions perform similarly well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Current Research: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Hidden unit design remains active research area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Many unpublished activations work as well as popular ones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New types published only with significant demonstrated improvements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Example: cos(Wx + b) achieved &lt;1% error on MNIST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Practical Advice: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Start with ReLU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Try Leaky ReLU or PReLU if dead neuron problem occurs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Consider Maxout for complex tasks requiring learned activation functions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8000">
                <a:latin typeface="Arial" panose="020B0604020202020204" pitchFamily="34" charset="0"/>
                <a:cs typeface="Arial" panose="020B0604020202020204" pitchFamily="34" charset="0"/>
              </a:rPr>
              <a:t>Avoid sigmoid/tanh for hidden units in feedforward networks</a:t>
            </a:r>
            <a:endParaRPr lang="en-US" altLang="en-US" sz="8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4758</Words>
  <Application>WPS Presentation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Units in Deep Feedforward Networks</dc:title>
  <dc:creator/>
  <cp:lastModifiedBy>N Biraja Isac</cp:lastModifiedBy>
  <cp:revision>1</cp:revision>
  <dcterms:created xsi:type="dcterms:W3CDTF">2025-07-23T05:27:54Z</dcterms:created>
  <dcterms:modified xsi:type="dcterms:W3CDTF">2025-07-23T05:27:54Z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55461EEA9ACE4EE8A8ED1CB982909A79_11</vt:lpwstr>
  </property>
  <property fmtid="{D5CDD505-2E9C-101B-9397-08002B2CF9AE}" pid="3" name="KSOProductBuildVer">
    <vt:lpwstr>1033-12.2.0.21931</vt:lpwstr>
  </property>
</Properties>
</file>