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Neural Network Architecture Design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What is Neural Network Architecture?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Definition: Overall structure of the network - how many units and how they connect</a:t>
            </a:r>
            <a:endParaRPr lang="en-US" altLang="en-US"/>
          </a:p>
          <a:p>
            <a:r>
              <a:rPr lang="en-US" altLang="en-US"/>
              <a:t>Chain Structure: Most networks organized in layers, each layer is a function of the previous layer</a:t>
            </a:r>
            <a:endParaRPr lang="en-US" altLang="en-US"/>
          </a:p>
          <a:p>
            <a:r>
              <a:rPr lang="en-US" altLang="en-US"/>
              <a:t>Mathematical Representation: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First layer: h⁽¹⁾ = g⁽¹⁾(W⁽¹⁾x + b⁽¹⁾)</a:t>
            </a:r>
            <a:endParaRPr lang="en-US" altLang="en-US"/>
          </a:p>
          <a:p>
            <a:r>
              <a:rPr lang="en-US" altLang="en-US"/>
              <a:t>Second layer: h⁽²⁾ = g⁽²⁾(W⁽²⁾h⁽¹⁾ + b⁽²⁾)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Key Architectural Decisions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Depth: Number of layers in the network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Width: Number of units in each layer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Trade-offs: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Even one hidden layer can fit training data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Deeper networks: fewer units per layer, fewer parameters, better generalization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Deeper networks: harder to optimize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Solution: Experimentation guided by validation set error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Universal Approximation Theorem - The Good News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What it says: Feedforward network with ≥1 hidden layer can approximate any continuous function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Requirements: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Linear output layer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"Squashing" activation function (sigmoid, ReLU, etc.)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Sufficient hidden units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Scope: Works for any Borel measurable function from finite-dimensional spaces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Universal Approximation Theorem - The Reality Check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Limitations: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Doesn't guarantee training algorithm will find the function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No guarantee against overfitting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Doesn't specify network size needed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Worst Case: May require exponential number of hidden units (O(2ⁿ))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Bottom Line: Possible ≠ Practical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Why Depth Matters - Theoretical Benefits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Efficiency: Deep networks can represent functions with fewer units than shallow ones</a:t>
            </a:r>
            <a:endParaRPr lang="en-US" altLang="en-US"/>
          </a:p>
          <a:p>
            <a:r>
              <a:rPr lang="en-US" altLang="en-US"/>
              <a:t>Exponential Advantage: Functions requiring exponential units in shallow networks can be represented efficiently in deep networks</a:t>
            </a:r>
            <a:endParaRPr lang="en-US" altLang="en-US"/>
          </a:p>
          <a:p>
            <a:r>
              <a:rPr lang="en-US" altLang="en-US"/>
              <a:t>Piecewise Linear Functions: Deep rectifier networks create exponentially more linear regions</a:t>
            </a:r>
            <a:endParaRPr lang="en-US" altLang="en-US"/>
          </a:p>
          <a:p>
            <a:r>
              <a:rPr lang="en-US" altLang="en-US"/>
              <a:t>Formula: Number of regions ∝ O(n</a:t>
            </a:r>
            <a:r>
              <a:rPr lang="" altLang="en-US"/>
              <a:t>ᵈ</a:t>
            </a:r>
            <a:r>
              <a:rPr lang="en-US" altLang="en-US"/>
              <a:t>⁽ˡ⁻¹⁾/d!)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Why Depth Matters - Practical Benefits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Representation Learning: Learning hierarchy of simple to complex features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Compositional Functions: Each layer builds on previous layer's output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Internal Processing: Like a computer program with multiple steps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Empirical Evidence: Consistent improvement across various tasks (vision, speech, etc.)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Empirical Evidence for Depth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Multi-digit Recognition: Test accuracy increases from 92% to 96.5% with depth (3-11 layers)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Parameter Efficiency: Deep models (11 layers) outperform shallow models (3 layers) even with same parameter count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Overfitting Resistance: Shallow models overfit at 20M parameters, deep models benefit from 60M+ parameters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Beyond Simple Chains - Advanced Architectures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Skip Connections: Direct connections from layer i to layer i+2 or higher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Benefits: Easier gradient flow from output to input layers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Specialized Architectures: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Convolutional networks for computer vision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Recurrent networks for sequences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Connection Patterns: Not all units need to connect to all units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Connection Strategies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Fully Connected: Every input unit connects to every output unit (default)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Sparse Connections: Each input connects to small subset of outputs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Benefits of Sparsity: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Fewer parameters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Less computation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Problem-specific efficiency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Example: Convolutional networks for computer vision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Key Takeaways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Architecture Choice = Prior Beliefs: What kind of function you expect to learn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Depth Generally Helps: Better generalization across many domains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No Universal Solution: Architecture must be tailored to specific problems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Experimentation Required: Use validation set to guide architectural decisions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Balance: Consider computational cost vs. performance gains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3343</Words>
  <Application>WPS Presentation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Architecture Design</dc:title>
  <dc:creator/>
  <cp:lastModifiedBy>N Biraja Isac</cp:lastModifiedBy>
  <cp:revision>1</cp:revision>
  <dcterms:created xsi:type="dcterms:W3CDTF">2025-07-23T05:43:53Z</dcterms:created>
  <dcterms:modified xsi:type="dcterms:W3CDTF">2025-07-23T05:43:53Z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DD130D1CAC50403DAB6500CC14C0F517_11</vt:lpwstr>
  </property>
  <property fmtid="{D5CDD505-2E9C-101B-9397-08002B2CF9AE}" pid="3" name="KSOProductBuildVer">
    <vt:lpwstr>1033-12.2.0.21931</vt:lpwstr>
  </property>
</Properties>
</file>