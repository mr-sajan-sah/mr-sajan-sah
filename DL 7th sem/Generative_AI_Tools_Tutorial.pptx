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Hugging Face Platform, Generative Deep Learning, Text Generation with LSTM, Deep Dream, Neural Style Transfer, Variational Autoencoders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Generative AI creates new content: text, images, music, or videos.</a:t>
            </a:r>
          </a:p>
          <a:p>
            <a:r>
              <a:t>• Learns data distribution p(x) and can sample new data points x'.</a:t>
            </a:r>
          </a:p>
          <a:p>
            <a:r>
              <a:t>• Models include GANs, VAEs, Transformers, and Diffusion models.</a:t>
            </a:r>
          </a:p>
          <a:p>
            <a:r>
              <a:t>• Applications: text generation, art, translation, and data augmentation.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Hugging Face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Open-source platform for NLP, Vision, and Generative AI.</a:t>
            </a:r>
          </a:p>
          <a:p>
            <a:r>
              <a:t>• Key Features:</a:t>
            </a:r>
          </a:p>
          <a:p>
            <a:r>
              <a:t>   - Model Hub: thousands of pre-trained models.</a:t>
            </a:r>
          </a:p>
          <a:p>
            <a:r>
              <a:t>   - Transformers Library: BERT, GPT, T5, etc.</a:t>
            </a:r>
          </a:p>
          <a:p>
            <a:r>
              <a:t>   - Pipelines API for easy inference.</a:t>
            </a:r>
          </a:p>
          <a:p>
            <a:r>
              <a:t>   - Spaces for hosting interactive demos.</a:t>
            </a:r>
          </a:p>
          <a:p/>
          <a:p>
            <a:r>
              <a:t>Example:</a:t>
            </a:r>
          </a:p>
          <a:p>
            <a:r>
              <a:t>from transformers import pipeline</a:t>
            </a:r>
          </a:p>
          <a:p>
            <a:r>
              <a:t>generator = pipeline('text-generation', model='gpt2')</a:t>
            </a:r>
          </a:p>
          <a:p>
            <a:r>
              <a:t>result = generator('Once upon a time in ancient India,', max_length=50)</a:t>
            </a:r>
          </a:p>
          <a:p>
            <a:r>
              <a:t>print(result[0]['generated_text'])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Generative Deep 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Goal: Learn data patterns and generate new, realistic samples.</a:t>
            </a:r>
          </a:p>
          <a:p>
            <a:r>
              <a:t>• Common architectures:</a:t>
            </a:r>
          </a:p>
          <a:p>
            <a:r>
              <a:t>   1. LSTM / RNN – Sequential text or music.</a:t>
            </a:r>
          </a:p>
          <a:p>
            <a:r>
              <a:t>   2. Autoencoders / VAEs – Latent space learning.</a:t>
            </a:r>
          </a:p>
          <a:p>
            <a:r>
              <a:t>   3. GANs – Adversarial generation.</a:t>
            </a:r>
          </a:p>
          <a:p>
            <a:r>
              <a:t>   4. Transformers – Large-scale text/image generation.</a:t>
            </a:r>
          </a:p>
          <a:p>
            <a:r>
              <a:t>• Example Applications: ChatGPT, DALL·E, DeepArt, DeepFake.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Text Generation with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LSTM (Long Short-Term Memory) captures long-term dependencies in sequences.</a:t>
            </a:r>
          </a:p>
          <a:p>
            <a:r>
              <a:t>• Used for text generation, poetry, and story continuation.</a:t>
            </a:r>
          </a:p>
          <a:p/>
          <a:p>
            <a:r>
              <a:t>Example Code:</a:t>
            </a:r>
          </a:p>
          <a:p>
            <a:r>
              <a:t>from tensorflow.keras.models import Sequential</a:t>
            </a:r>
          </a:p>
          <a:p>
            <a:r>
              <a:t>from tensorflow.keras.layers import LSTM, Dense, Embedding</a:t>
            </a:r>
          </a:p>
          <a:p>
            <a:r>
              <a:t>model = Sequential([</a:t>
            </a:r>
          </a:p>
          <a:p>
            <a:r>
              <a:t>    Embedding(5000, 128),</a:t>
            </a:r>
          </a:p>
          <a:p>
            <a:r>
              <a:t>    LSTM(256),</a:t>
            </a:r>
          </a:p>
          <a:p>
            <a:r>
              <a:t>    Dense(5000, activation='softmax')])</a:t>
            </a:r>
          </a:p>
          <a:p>
            <a:r>
              <a:t>model.compile(optimizer='adam', loss='categorical_crossentropy')</a:t>
            </a:r>
          </a:p>
          <a:p/>
          <a:p>
            <a:r>
              <a:t>• Predicts next word based on previous context.</a:t>
            </a:r>
          </a:p>
          <a:p>
            <a:r>
              <a:t>• Generates coherent text from learned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Deep Dream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by Google to visualize what CNNs 'see'.</a:t>
            </a:r>
          </a:p>
          <a:p>
            <a:r>
              <a:t>• Enhances and amplifies learned features in an image.</a:t>
            </a:r>
          </a:p>
          <a:p>
            <a:r>
              <a:t>• Produces surreal, dream-like visuals.</a:t>
            </a:r>
          </a:p>
          <a:p/>
          <a:p>
            <a:r>
              <a:t>Steps:</a:t>
            </a:r>
          </a:p>
          <a:p>
            <a:r>
              <a:t>1. Load pretrained CNN (e.g., InceptionV3).</a:t>
            </a:r>
          </a:p>
          <a:p>
            <a:r>
              <a:t>2. Choose layer to visualize.</a:t>
            </a:r>
          </a:p>
          <a:p>
            <a:r>
              <a:t>3. Use gradient ascent to enhance activations.</a:t>
            </a:r>
          </a:p>
          <a:p/>
          <a:p>
            <a:r>
              <a:t>Applications: Artistic effects, network interpretability.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Neural Style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Combines content of one image with the artistic style of another.</a:t>
            </a:r>
          </a:p>
          <a:p>
            <a:r>
              <a:t>• Uses pretrained CNNs (e.g., VGG19) to extract content &amp; style features.</a:t>
            </a:r>
          </a:p>
          <a:p>
            <a:r>
              <a:t>• Optimizes a new image minimizing total loss:</a:t>
            </a:r>
          </a:p>
          <a:p>
            <a:r>
              <a:t>   L_total = α * L_content + β * L_style</a:t>
            </a:r>
          </a:p>
          <a:p/>
          <a:p>
            <a:r>
              <a:t>Applications:</a:t>
            </a:r>
          </a:p>
          <a:p>
            <a:r>
              <a:t>• Artistic rendering</a:t>
            </a:r>
          </a:p>
          <a:p>
            <a:r>
              <a:t>• Creative design</a:t>
            </a:r>
          </a:p>
          <a:p>
            <a:r>
              <a:t>• Movie post-processing and animation.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Variational Autoencoders (VAEs)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Probabilistic model that learns latent representations of data.</a:t>
            </a:r>
          </a:p>
          <a:p>
            <a:r>
              <a:t>• Encoder compresses data → latent space (μ, σ).</a:t>
            </a:r>
          </a:p>
          <a:p>
            <a:r>
              <a:t>• Decoder reconstructs image from sampled latent vector.</a:t>
            </a:r>
          </a:p>
          <a:p>
            <a:r>
              <a:t>• Loss = Reconstruction + KL Divergence.</a:t>
            </a:r>
          </a:p>
          <a:p/>
          <a:p>
            <a:r>
              <a:t>Applications:</a:t>
            </a:r>
          </a:p>
          <a:p>
            <a:r>
              <a:t>• Image generation</a:t>
            </a:r>
          </a:p>
          <a:p>
            <a:r>
              <a:t>• Anomaly detection</a:t>
            </a:r>
          </a:p>
          <a:p>
            <a:r>
              <a:t>• Data compression and reconstruction.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Comparison of Generative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| Focus | Output Type</a:t>
            </a:r>
          </a:p>
          <a:p>
            <a:r>
              <a:t>---------------------------------</a:t>
            </a:r>
          </a:p>
          <a:p>
            <a:r>
              <a:t>LSTM | Sequential Data | Text</a:t>
            </a:r>
          </a:p>
          <a:p>
            <a:r>
              <a:t>Deep Dream | Feature Visualization | Artistic Images</a:t>
            </a:r>
          </a:p>
          <a:p>
            <a:r>
              <a:t>Neural Style Transfer | Content + Style | Stylized Images</a:t>
            </a:r>
          </a:p>
          <a:p>
            <a:r>
              <a:t>VAE | Latent Sampling | Realistic Images</a:t>
            </a:r>
          </a:p>
          <a:p>
            <a:r>
              <a:t>Hugging Face | Pretrained Models | Text, Vision, Audio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Hands-on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Hugging Face GPT-2 to generate short stories.</a:t>
            </a:r>
          </a:p>
          <a:p>
            <a:r>
              <a:t>2. Implement LSTM-based text generator for Sanskrit or English.</a:t>
            </a:r>
          </a:p>
          <a:p>
            <a:r>
              <a:t>3. Apply Neural Style Transfer between student photos and famous paintings.</a:t>
            </a:r>
          </a:p>
          <a:p>
            <a:r>
              <a:t>4. Generate Deep Dream images and analyze feature amplification.</a:t>
            </a:r>
          </a:p>
          <a:p>
            <a:r>
              <a:t>5. Train a simple VAE on MNIST and visualize latent space interpolation.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Summary and 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Hugging Face – Easy access to pretrained generative models.</a:t>
            </a:r>
          </a:p>
          <a:p>
            <a:r>
              <a:t>• LSTM – Sequential text generation.</a:t>
            </a:r>
          </a:p>
          <a:p>
            <a:r>
              <a:t>• Deep Dream – Visual interpretation of CNNs.</a:t>
            </a:r>
          </a:p>
          <a:p>
            <a:r>
              <a:t>• Neural Style Transfer – Blend content and style for artistic output.</a:t>
            </a:r>
          </a:p>
          <a:p>
            <a:r>
              <a:t>• VAE – Generate and reconstruct realistic images.</a:t>
            </a:r>
          </a:p>
          <a:p/>
          <a:p>
            <a:r>
              <a:t>Applications:</a:t>
            </a:r>
          </a:p>
          <a:p>
            <a:r>
              <a:t>– AI Art and Design</a:t>
            </a:r>
          </a:p>
          <a:p>
            <a:r>
              <a:t>– Text and Dialogue Generation</a:t>
            </a:r>
          </a:p>
          <a:p>
            <a:r>
              <a:t>– Data Augmentation</a:t>
            </a:r>
          </a:p>
          <a:p>
            <a:r>
              <a:t>– Medical Imaging and Anomaly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