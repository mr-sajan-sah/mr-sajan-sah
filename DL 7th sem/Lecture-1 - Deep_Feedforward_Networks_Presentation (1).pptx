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Deep Feedforward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Also known as feedforward neural networks or multilayer perceptrons (MLPs)</a:t>
            </a:r>
          </a:p>
          <a:p>
            <a:r>
              <a:t>Aim: Approximate a function f*(x), e.g., y = f*(x)</a:t>
            </a:r>
          </a:p>
          <a:p>
            <a:r>
              <a:t>Define a parameterized function y = f(x; θ) and learn parameters 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Information flows one-way: from input to output (no feedback loops)</a:t>
            </a:r>
          </a:p>
          <a:p>
            <a:r>
              <a:t>No recurrence — contrast with recurrent neural networks (RNNs)</a:t>
            </a:r>
          </a:p>
          <a:p>
            <a:r>
              <a:t>Represented as a directed acyclic graph (DAG) of function compositions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Foundation of many deep learning models</a:t>
            </a:r>
          </a:p>
          <a:p>
            <a:r>
              <a:t>Convolutional networks for vision tasks are specialized feedforward networks</a:t>
            </a:r>
          </a:p>
          <a:p>
            <a:r>
              <a:t>Serve as a stepping stone to advanced architectures like RNNs and transformers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and Hidden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Depth = number of composed functions (layers)</a:t>
            </a:r>
          </a:p>
          <a:p>
            <a:r>
              <a:t>Intermediate layers = hidden layers (not directly supervised)</a:t>
            </a:r>
          </a:p>
          <a:p>
            <a:r>
              <a:t>Output layer is trained to approximate labels y ≈ f*(x)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Biological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Loosely inspired by neuroscience</a:t>
            </a:r>
          </a:p>
          <a:p>
            <a:r>
              <a:t>Each unit resembles a neuron with an activation</a:t>
            </a:r>
          </a:p>
          <a:p>
            <a:r>
              <a:t>Layers are typically vector-valued; width = dimensionality of vectors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Overcoming Linear Model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models (e.g., logistic regression) are efficient but limited in capacity</a:t>
            </a:r>
          </a:p>
          <a:p>
            <a:r>
              <a:t>Cannot model nonlinear relationships or interactions between inputs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Extending Linear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 nonlinear transformation φ(x)</a:t>
            </a:r>
          </a:p>
          <a:p>
            <a:r>
              <a:t>Options: Kernel trick, manual feature engineering, or deep learning</a:t>
            </a:r>
          </a:p>
          <a:p>
            <a:r>
              <a:t>Deep learning: learn φ(x; θ) directly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both the transformation and the output mapping: y = wᵀφ(x; θ)</a:t>
            </a:r>
          </a:p>
          <a:p>
            <a:r>
              <a:t>Gives up convexity but gains powerful feature learning</a:t>
            </a:r>
          </a:p>
          <a:p>
            <a:r>
              <a:t>Encodes domain knowledge through the design of φ(x; θ)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Learning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success lies in learning good features</a:t>
            </a:r>
          </a:p>
          <a:p>
            <a:r>
              <a:t>Feedforward networks learn deterministic mappings x → y</a:t>
            </a:r>
          </a:p>
          <a:p>
            <a:r>
              <a:t>Principle extends to feedback models and probabilistic models too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Feedforward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decisions: Optimizer, Loss function, Output units</a:t>
            </a:r>
          </a:p>
          <a:p>
            <a:r>
              <a:t>Unique decisions: Activation functions, Architecture (layers and units)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Backpropagation &amp;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backpropagation to compute gradients</a:t>
            </a:r>
          </a:p>
          <a:p>
            <a:r>
              <a:t>Enables training of deep networks with multiple hidden layers</a:t>
            </a:r>
          </a:p>
          <a:p>
            <a:r>
              <a:t>Modern extensions improve efficiency and stability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Feedforward networks are function approximation tools</a:t>
            </a:r>
          </a:p>
          <a:p>
            <a:r>
              <a:t>Key to deep learning’s success: automatic feature learning</a:t>
            </a:r>
          </a:p>
          <a:p>
            <a:r>
              <a:t>Serve as foundational models for more complex architectures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2272</Words>
  <Application>WPS Presentation</Application>
  <PresentationFormat>On-screen Show (4:3)</PresentationFormat>
  <Paragraphs>70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Introduction to Deep Feedforward Networks</vt:lpstr>
      <vt:lpstr>Key Characteristics</vt:lpstr>
      <vt:lpstr>Importance &amp; Applications</vt:lpstr>
      <vt:lpstr>Deep and Hidden Layers</vt:lpstr>
      <vt:lpstr>Biological Analogy</vt:lpstr>
      <vt:lpstr>Overcoming Linear Model Limitations</vt:lpstr>
      <vt:lpstr>Extending Linear Models</vt:lpstr>
      <vt:lpstr>Deep Learning Approach</vt:lpstr>
      <vt:lpstr>Feature Learning Principle</vt:lpstr>
      <vt:lpstr>Training Feedforward Networks</vt:lpstr>
      <vt:lpstr>Backpropagation &amp; Gradient Descent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KIIT0001</cp:lastModifiedBy>
  <cp:revision>2</cp:revision>
  <dcterms:created xsi:type="dcterms:W3CDTF">2013-01-27T09:14:00Z</dcterms:created>
  <dcterms:modified xsi:type="dcterms:W3CDTF">2025-07-15T09:54:57Z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4FD5F429464146C89D06CA43636B40D4_13</vt:lpwstr>
  </property>
  <property fmtid="{D5CDD505-2E9C-101B-9397-08002B2CF9AE}" pid="3" name="KSOProductBuildVer">
    <vt:lpwstr>1033-12.2.0.21931</vt:lpwstr>
  </property>
</Properties>
</file>