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Generative Models: P(x, y) = P(x|y) P(y)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classroom presentation on Generative vs Discriminative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are Generative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Generative models learn the underlying data distribution.</a:t>
            </a:r>
          </a:p>
          <a:p>
            <a:r>
              <a:t>• They can generate new samples similar to the training data.</a:t>
            </a:r>
          </a:p>
          <a:p>
            <a:r>
              <a:t>• Example: Model that can generate new human faces or new Sanskrit-English sentence pairs.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Chain Rule of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fundamental rule: P(A, B) = P(A|B) * P(B)</a:t>
            </a:r>
          </a:p>
          <a:p>
            <a:r>
              <a:t>• In generative models, A = x (data), B = y (label/class)</a:t>
            </a:r>
          </a:p>
          <a:p>
            <a:r>
              <a:t>→ Hence, P(x, y) = P(x|y) * P(y)</a:t>
            </a:r>
          </a:p>
          <a:p>
            <a:r>
              <a:t>• This means the joint probability is decomposed into:</a:t>
            </a:r>
          </a:p>
          <a:p>
            <a:r>
              <a:t>   - Likelihood: P(x|y)</a:t>
            </a:r>
          </a:p>
          <a:p>
            <a:r>
              <a:t>   - Prior: P(y)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Understanding Each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P(x, y): Probability of seeing both data and label.</a:t>
            </a:r>
          </a:p>
          <a:p>
            <a:r>
              <a:t>• P(y): Prior probability – how frequent each label is.</a:t>
            </a:r>
          </a:p>
          <a:p>
            <a:r>
              <a:t>• P(x|y): Likelihood – how data looks for a given label.</a:t>
            </a:r>
          </a:p>
          <a:p/>
          <a:p>
            <a:r>
              <a:t>Example: P(image|cat) = Probability of that image given it's a cat.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Generative vs Discriminative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Generative models learn P(x, y) = P(x|y)P(y).</a:t>
            </a:r>
          </a:p>
          <a:p>
            <a:r>
              <a:t>• Discriminative models learn P(y|x).</a:t>
            </a:r>
          </a:p>
          <a:p>
            <a:r>
              <a:t>→ Generative: How is data produced?</a:t>
            </a:r>
          </a:p>
          <a:p>
            <a:r>
              <a:t>→ Discriminative: Which class does data belong to?</a:t>
            </a:r>
          </a:p>
          <a:p/>
          <a:p>
            <a:r>
              <a:t>Generative models can simulate new data samples, discriminative models cannot.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Example: Cat vs Dog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model learns:</a:t>
            </a:r>
          </a:p>
          <a:p>
            <a:r>
              <a:t>• P(x|cat): What cat images look like.</a:t>
            </a:r>
          </a:p>
          <a:p>
            <a:r>
              <a:t>• P(x|dog): What dog images look like.</a:t>
            </a:r>
          </a:p>
          <a:p>
            <a:r>
              <a:t>• P(y): Frequency of cats vs dogs.</a:t>
            </a:r>
          </a:p>
          <a:p/>
          <a:p>
            <a:r>
              <a:t>Using Bayes' theorem:</a:t>
            </a:r>
          </a:p>
          <a:p>
            <a:r>
              <a:t>   P(y|x) = [P(x|y)P(y)] / P(x)</a:t>
            </a:r>
          </a:p>
          <a:p/>
          <a:p>
            <a:r>
              <a:t>Discriminative model directly learns P(y|x).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Why Generative Models are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 generate new data from learned distribution.</a:t>
            </a:r>
          </a:p>
          <a:p>
            <a:r>
              <a:t>• Can handle missing or incomplete data.</a:t>
            </a:r>
          </a:p>
          <a:p>
            <a:r>
              <a:t>• Useful for semi-supervised or unsupervised learning.</a:t>
            </a:r>
          </a:p>
          <a:p>
            <a:r>
              <a:t>• Help understand data generation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Examples of Generative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Naive Bayes → learns P(x|y)P(y) for classification.</a:t>
            </a:r>
          </a:p>
          <a:p>
            <a:r>
              <a:t>• GANs → learn P(x) (generate realistic images).</a:t>
            </a:r>
          </a:p>
          <a:p>
            <a:r>
              <a:t>• VAEs → learn P(x, z) to generate new samples.</a:t>
            </a:r>
          </a:p>
          <a:p>
            <a:r>
              <a:t>• Transformers (GPT) → learn P(x) = ∏ P(x_t | x_&lt;t) for text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Visual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2D data points:</a:t>
            </a:r>
          </a:p>
          <a:p>
            <a:r>
              <a:t>• Generative model: Learns the full data distribution (shapes of data clouds).</a:t>
            </a:r>
          </a:p>
          <a:p>
            <a:r>
              <a:t>• Discriminative model: Learns only the decision boundary.</a:t>
            </a:r>
          </a:p>
          <a:p/>
          <a:p>
            <a:r>
              <a:t>Analogy:</a:t>
            </a:r>
          </a:p>
          <a:p>
            <a:r>
              <a:t>🟢 Generative: 'I know where cats and dogs live in data space.'</a:t>
            </a:r>
          </a:p>
          <a:p>
            <a:r>
              <a:t>🔴 Discriminative: 'I know the fence between cats and dogs.'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 | Formula | Purpose</a:t>
            </a:r>
          </a:p>
          <a:p>
            <a:r>
              <a:t>------------------------------------</a:t>
            </a:r>
          </a:p>
          <a:p>
            <a:r>
              <a:t>Joint Probability | P(x, y) | Both data and label occur</a:t>
            </a:r>
          </a:p>
          <a:p>
            <a:r>
              <a:t>Conditional | P(x|y) | Data given label</a:t>
            </a:r>
          </a:p>
          <a:p>
            <a:r>
              <a:t>Prior | P(y) | Label frequency</a:t>
            </a:r>
          </a:p>
          <a:p>
            <a:r>
              <a:t>Generative Model | P(x, y)=P(x|y)P(y) | Learns data distribution</a:t>
            </a:r>
          </a:p>
          <a:p>
            <a:r>
              <a:t>Discriminative Model | P(y|x) | Learns class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