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Programming Deep Learning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Introduction to Keras &amp; TensorFlow, Deep Learning for Computer Vision (ConvNets), and Deep Learning for Text and Sequences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 to Deep Learning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Deep Learning frameworks simplify building and training neural networks.</a:t>
            </a:r>
          </a:p>
          <a:p>
            <a:r>
              <a:t>• TensorFlow and Keras handle complex operations like backpropagation and optimization automatically.</a:t>
            </a:r>
          </a:p>
          <a:p>
            <a:r>
              <a:t>• They enable GPU acceleration and large-scale data processing.</a:t>
            </a:r>
          </a:p>
          <a:p>
            <a:r>
              <a:t>• Popular Frameworks: TensorFlow, PyTorch, MXNet, CNTK.</a:t>
            </a:r>
          </a:p>
          <a:p>
            <a:r>
              <a:t>• Focus today: TensorFlow (low-level) and Keras (high-level).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Introduction to TensorFlow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Open-source framework developed by Google Brain.</a:t>
            </a:r>
          </a:p>
          <a:p>
            <a:r>
              <a:t>• Uses computational graphs to represent mathematical operations.</a:t>
            </a:r>
          </a:p>
          <a:p>
            <a:r>
              <a:t>• A 'tensor' is a multidimensional array (scalar, vector, matrix, tensor).</a:t>
            </a:r>
          </a:p>
          <a:p/>
          <a:p>
            <a:r>
              <a:t>Core Elements:</a:t>
            </a:r>
          </a:p>
          <a:p>
            <a:r>
              <a:t>   - Tensors: data containers</a:t>
            </a:r>
          </a:p>
          <a:p>
            <a:r>
              <a:t>   - Operations: mathematical functions</a:t>
            </a:r>
          </a:p>
          <a:p>
            <a:r>
              <a:t>   - Graph: network of tensor operations</a:t>
            </a:r>
          </a:p>
          <a:p/>
          <a:p>
            <a:r>
              <a:t>Example:</a:t>
            </a:r>
          </a:p>
          <a:p>
            <a:r>
              <a:t>import tensorflow as tf</a:t>
            </a:r>
          </a:p>
          <a:p>
            <a:r>
              <a:t>x = tf.constant([[1,2],[3,4]])</a:t>
            </a:r>
          </a:p>
          <a:p>
            <a:r>
              <a:t>y = tf.constant([[5,6],[7,8]])</a:t>
            </a:r>
          </a:p>
          <a:p>
            <a:r>
              <a:t>z = tf.matmul(x,y)</a:t>
            </a:r>
          </a:p>
          <a:p>
            <a:r>
              <a:t>print(z)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Introduction to Keras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High-level API for deep learning built on TensorFlow.</a:t>
            </a:r>
          </a:p>
          <a:p>
            <a:r>
              <a:t>• Allows rapid prototyping with minimal code.</a:t>
            </a:r>
          </a:p>
          <a:p>
            <a:r>
              <a:t>• Supports three model types: Sequential, Functional, Subclassing.</a:t>
            </a:r>
          </a:p>
          <a:p/>
          <a:p>
            <a:r>
              <a:t>Example:</a:t>
            </a:r>
          </a:p>
          <a:p>
            <a:r>
              <a:t>from tensorflow.keras.models import Sequential</a:t>
            </a:r>
          </a:p>
          <a:p>
            <a:r>
              <a:t>from tensorflow.keras.layers import Dense</a:t>
            </a:r>
          </a:p>
          <a:p/>
          <a:p>
            <a:r>
              <a:t>model = Sequential([</a:t>
            </a:r>
          </a:p>
          <a:p>
            <a:r>
              <a:t>    Dense(32, activation='relu', input_shape=(100,)),</a:t>
            </a:r>
          </a:p>
          <a:p>
            <a:r>
              <a:t>    Dense(10, activation='softmax')])</a:t>
            </a:r>
          </a:p>
          <a:p/>
          <a:p>
            <a:r>
              <a:t>model.compile(optimizer='adam', loss='categorical_crossentropy', metrics=['accuracy'])</a:t>
            </a:r>
          </a:p>
          <a:p>
            <a:r>
              <a:t>model.summary()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Deep Learning for Computer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Computer vision enables machines to interpret and understand visual data.</a:t>
            </a:r>
          </a:p>
          <a:p>
            <a:r>
              <a:t>• Convolutional Neural Networks (CNNs or ConvNets) are core architectures for vision.</a:t>
            </a:r>
          </a:p>
          <a:p>
            <a:r>
              <a:t>• CNNs extract spatial features: edges, textures, shapes, patterns.</a:t>
            </a:r>
          </a:p>
          <a:p>
            <a:r>
              <a:t>• Applications: Object detection, face recognition, self-driving cars, medical imaging.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CNN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→ Convolution Layer → Activation (ReLU) → Pooling → Fully Connected → Output</a:t>
            </a:r>
          </a:p>
          <a:p/>
          <a:p>
            <a:r>
              <a:t>1. Convolution Layer: Extracts local features using filters.</a:t>
            </a:r>
          </a:p>
          <a:p>
            <a:r>
              <a:t>2. Activation Function: Applies non-linearity (ReLU).</a:t>
            </a:r>
          </a:p>
          <a:p>
            <a:r>
              <a:t>3. Pooling Layer: Reduces spatial dimensions.</a:t>
            </a:r>
          </a:p>
          <a:p>
            <a:r>
              <a:t>4. Fully Connected Layer: Performs classification.</a:t>
            </a:r>
          </a:p>
          <a:p/>
          <a:p>
            <a:r>
              <a:t>Example:</a:t>
            </a:r>
          </a:p>
          <a:p>
            <a:r>
              <a:t>from tensorflow.keras.layers import Conv2D, MaxPooling2D, Flatten, Dense</a:t>
            </a:r>
          </a:p>
          <a:p>
            <a:r>
              <a:t>model = Sequential([</a:t>
            </a:r>
          </a:p>
          <a:p>
            <a:r>
              <a:t>    Conv2D(32, (3,3), activation='relu', input_shape=(28,28,1)),</a:t>
            </a:r>
          </a:p>
          <a:p>
            <a:r>
              <a:t>    MaxPooling2D(2,2),</a:t>
            </a:r>
          </a:p>
          <a:p>
            <a:r>
              <a:t>    Flatten(),</a:t>
            </a:r>
          </a:p>
          <a:p>
            <a:r>
              <a:t>    Dense(128, activation='relu'),</a:t>
            </a:r>
          </a:p>
          <a:p>
            <a:r>
              <a:t>    Dense(10, activation='softmax')])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CNN 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Filter (Kernel): Matrix that slides over input extracting features.</a:t>
            </a:r>
          </a:p>
          <a:p>
            <a:r>
              <a:t>• Stride: Step size of kernel movement.</a:t>
            </a:r>
          </a:p>
          <a:p>
            <a:r>
              <a:t>• Padding: Adding zeros to preserve image dimensions.</a:t>
            </a:r>
          </a:p>
          <a:p>
            <a:r>
              <a:t>• Pooling: Downsampling operation reducing dimensionality.</a:t>
            </a:r>
          </a:p>
          <a:p>
            <a:r>
              <a:t>• Feature Map: Output after convolution layer.</a:t>
            </a:r>
          </a:p>
          <a:p>
            <a:r>
              <a:t>• Parameter Sharing: Same weights applied across spatial positions.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Example: MNIST Digit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Dataset: 60,000 training images of handwritten digits (28x28 grayscale).</a:t>
            </a:r>
          </a:p>
          <a:p>
            <a:r>
              <a:t>• Goal: Classify digits 0–9.</a:t>
            </a:r>
          </a:p>
          <a:p/>
          <a:p>
            <a:r>
              <a:t>Steps:</a:t>
            </a:r>
          </a:p>
          <a:p>
            <a:r>
              <a:t>1. Preprocess and normalize data.</a:t>
            </a:r>
          </a:p>
          <a:p>
            <a:r>
              <a:t>2. Build CNN using Conv2D, MaxPooling2D, Flatten, Dense.</a:t>
            </a:r>
          </a:p>
          <a:p>
            <a:r>
              <a:t>3. Compile with 'adam' optimizer, 'sparse_categorical_crossentropy' loss.</a:t>
            </a:r>
          </a:p>
          <a:p>
            <a:r>
              <a:t>4. Train for 5 epochs.</a:t>
            </a:r>
          </a:p>
          <a:p/>
          <a:p>
            <a:r>
              <a:t>Performance: ~99% accuracy on test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Deep Learning for Text and 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Text data is sequential — word order carries meaning.</a:t>
            </a:r>
          </a:p>
          <a:p>
            <a:r>
              <a:t>• Recurrent Neural Networks (RNNs) model sequences using feedback connections.</a:t>
            </a:r>
          </a:p>
          <a:p>
            <a:r>
              <a:t>• LSTM (Long Short-Term Memory) and GRU handle long-term dependencies.</a:t>
            </a:r>
          </a:p>
          <a:p>
            <a:r>
              <a:t>• Transformers (BERT, GPT) use self-attention for parallel sequence processing.</a:t>
            </a:r>
          </a:p>
          <a:p/>
          <a:p>
            <a:r>
              <a:t>Applications: Sentiment analysis, machine translation, chatbots, text generation.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Example: LSTM for 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tensorflow.keras.models import Sequential</a:t>
            </a:r>
          </a:p>
          <a:p>
            <a:r>
              <a:t>from tensorflow.keras.layers import Embedding, LSTM, Dense</a:t>
            </a:r>
          </a:p>
          <a:p/>
          <a:p>
            <a:r>
              <a:t>model = Sequential([</a:t>
            </a:r>
          </a:p>
          <a:p>
            <a:r>
              <a:t>    Embedding(10000, 128, input_length=100),</a:t>
            </a:r>
          </a:p>
          <a:p>
            <a:r>
              <a:t>    LSTM(64),</a:t>
            </a:r>
          </a:p>
          <a:p>
            <a:r>
              <a:t>    Dense(1, activation='sigmoid')])</a:t>
            </a:r>
          </a:p>
          <a:p/>
          <a:p>
            <a:r>
              <a:t>model.compile(optimizer='adam', loss='binary_crossentropy', metrics=['accuracy'])</a:t>
            </a:r>
          </a:p>
          <a:p>
            <a:r>
              <a:t>model.fit(x_train, y_train, epochs=5, batch_size=32)</a:t>
            </a:r>
          </a:p>
          <a:p/>
          <a:p>
            <a:r>
              <a:t>• Embedding Layer: Converts words to dense vectors.</a:t>
            </a:r>
          </a:p>
          <a:p>
            <a:r>
              <a:t>• LSTM: Learns sequential context.</a:t>
            </a:r>
          </a:p>
          <a:p>
            <a:r>
              <a:t>• Dense: Predicts sentiment polarity.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Applications of Deep Learning for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Machine Translation (seq2seq, Transformers)</a:t>
            </a:r>
          </a:p>
          <a:p>
            <a:r>
              <a:t>• Sentiment Analysis (positive/negative classification)</a:t>
            </a:r>
          </a:p>
          <a:p>
            <a:r>
              <a:t>• Chatbots and Conversational AI</a:t>
            </a:r>
          </a:p>
          <a:p>
            <a:r>
              <a:t>• Text Summarization</a:t>
            </a:r>
          </a:p>
          <a:p>
            <a:r>
              <a:t>• Sanskrit-English Translation (sequence-to-sequence models)</a:t>
            </a:r>
          </a:p>
          <a:p>
            <a:r>
              <a:t>• Speech-to-Text and Audio Understanding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Summary and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TensorFlow → Core numerical backend for deep learning.</a:t>
            </a:r>
          </a:p>
          <a:p>
            <a:r>
              <a:t>Keras → High-level API for building and training models.</a:t>
            </a:r>
          </a:p>
          <a:p>
            <a:r>
              <a:t>CNNs → Extract spatial features for computer vision tasks.</a:t>
            </a:r>
          </a:p>
          <a:p>
            <a:r>
              <a:t>RNNs/LSTMs → Capture temporal dependencies in sequences.</a:t>
            </a:r>
          </a:p>
          <a:p>
            <a:r>
              <a:t>Transformers → Handle long-range dependencies with self-attention.</a:t>
            </a:r>
          </a:p>
          <a:p/>
          <a:p>
            <a:r>
              <a:t>Deep Learning unifies vision, text, and sound processing into one framework.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Classroom Hands-on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Train a CNN on MNIST dataset and visualize filters.</a:t>
            </a:r>
          </a:p>
          <a:p>
            <a:r>
              <a:t>2. Build a custom CNN for Dog vs Cat classification.</a:t>
            </a:r>
          </a:p>
          <a:p>
            <a:r>
              <a:t>3. Use pre-trained ResNet50 for transfer learning.</a:t>
            </a:r>
          </a:p>
          <a:p>
            <a:r>
              <a:t>4. Build an LSTM for text sentiment prediction.</a:t>
            </a:r>
          </a:p>
          <a:p>
            <a:r>
              <a:t>5. Implement a mini sequence-to-sequence translation model.</a:t>
            </a:r>
          </a:p>
          <a:p>
            <a:r>
              <a:t>6. Experiment with Hugging Face Transformers (GPT, BERT).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